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8"/>
  </p:notesMasterIdLst>
  <p:handoutMasterIdLst>
    <p:handoutMasterId r:id="rId9"/>
  </p:handoutMasterIdLst>
  <p:sldIdLst>
    <p:sldId id="256" r:id="rId4"/>
    <p:sldId id="257" r:id="rId5"/>
    <p:sldId id="258" r:id="rId6"/>
    <p:sldId id="259" r:id="rId7"/>
  </p:sldIdLst>
  <p:sldSz cx="30311725" cy="42808525"/>
  <p:notesSz cx="6858000" cy="9144000"/>
  <p:defaultTextStyle>
    <a:defPPr>
      <a:defRPr lang="de-DE"/>
    </a:defPPr>
    <a:lvl1pPr marL="0" algn="l" defTabSz="417639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515" algn="l" defTabSz="417639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395" algn="l" defTabSz="417639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910" algn="l" defTabSz="417639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790" algn="l" defTabSz="417639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1305" algn="l" defTabSz="417639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185" algn="l" defTabSz="417639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700" algn="l" defTabSz="417639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580" algn="l" defTabSz="4176395" rtl="0" eaLnBrk="1" latinLnBrk="0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7F205539-3C0C-47F2-A212-71A24694659E}">
          <p14:sldIdLst>
            <p14:sldId id="256"/>
            <p14:sldId id="257"/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98" userDrawn="1">
          <p15:clr>
            <a:srgbClr val="A4A3A4"/>
          </p15:clr>
        </p15:guide>
        <p15:guide id="2" pos="95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51" autoAdjust="0"/>
  </p:normalViewPr>
  <p:slideViewPr>
    <p:cSldViewPr showGuides="1">
      <p:cViewPr varScale="1">
        <p:scale>
          <a:sx n="16" d="100"/>
          <a:sy n="16" d="100"/>
        </p:scale>
        <p:origin x="2131" y="110"/>
      </p:cViewPr>
      <p:guideLst>
        <p:guide orient="horz" pos="2098"/>
        <p:guide pos="9547"/>
      </p:guideLst>
    </p:cSldViewPr>
  </p:slideViewPr>
  <p:outlineViewPr>
    <p:cViewPr>
      <p:scale>
        <a:sx n="33" d="100"/>
        <a:sy n="33" d="100"/>
      </p:scale>
      <p:origin x="54" y="73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-3540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CAD782-B485-49B5-A3BD-4E6E393EC598}" type="datetimeFigureOut">
              <a:rPr lang="de-DE" smtClean="0"/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03FE17-E0DE-4727-8D0D-916DAE0CA91D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79F83A-785F-4360-A784-5014DB85EF80}" type="datetimeFigureOut">
              <a:rPr lang="de-DE" smtClean="0"/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2216150" y="685800"/>
            <a:ext cx="24257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00A50D-30E1-41BB-BFC2-D3D818AB8EF9}" type="slidenum">
              <a:rPr lang="de-DE" smtClean="0"/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17639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1pPr>
    <a:lvl2pPr marL="2088515" algn="l" defTabSz="417639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2pPr>
    <a:lvl3pPr marL="4176395" algn="l" defTabSz="417639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3pPr>
    <a:lvl4pPr marL="6264910" algn="l" defTabSz="417639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4pPr>
    <a:lvl5pPr marL="8352790" algn="l" defTabSz="417639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5pPr>
    <a:lvl6pPr marL="10441305" algn="l" defTabSz="417639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6pPr>
    <a:lvl7pPr marL="12529185" algn="l" defTabSz="417639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7pPr>
    <a:lvl8pPr marL="14617700" algn="l" defTabSz="417639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8pPr>
    <a:lvl9pPr marL="16705580" algn="l" defTabSz="4176395" rtl="0" eaLnBrk="1" latinLnBrk="0" hangingPunct="1">
      <a:defRPr sz="5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/>
          <p:cNvSpPr/>
          <p:nvPr userDrawn="1"/>
        </p:nvSpPr>
        <p:spPr>
          <a:xfrm>
            <a:off x="10903095" y="11309349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/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8" name="Rechteck 47"/>
          <p:cNvSpPr/>
          <p:nvPr userDrawn="1"/>
        </p:nvSpPr>
        <p:spPr>
          <a:xfrm>
            <a:off x="20096282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1" name="Rechteck 50"/>
          <p:cNvSpPr/>
          <p:nvPr userDrawn="1"/>
        </p:nvSpPr>
        <p:spPr>
          <a:xfrm>
            <a:off x="20118506" y="21336000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5" name="Rechteck 54"/>
          <p:cNvSpPr/>
          <p:nvPr userDrawn="1"/>
        </p:nvSpPr>
        <p:spPr>
          <a:xfrm>
            <a:off x="20096282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6" name="Textplatzhalter 15"/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/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7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/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10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5"/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5"/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5" b="1" kern="0" baseline="0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0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/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cxnSp>
        <p:nvCxnSpPr>
          <p:cNvPr id="54" name="Gerader Verbinder 53"/>
          <p:cNvCxnSpPr/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/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/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/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8"/>
            <a:ext cx="8453438" cy="7074694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/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/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/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/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 bl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/>
          <p:cNvSpPr/>
          <p:nvPr userDrawn="1"/>
        </p:nvSpPr>
        <p:spPr>
          <a:xfrm>
            <a:off x="10903095" y="11309349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/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8" name="Rechteck 47"/>
          <p:cNvSpPr/>
          <p:nvPr userDrawn="1"/>
        </p:nvSpPr>
        <p:spPr>
          <a:xfrm>
            <a:off x="20096282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1" name="Rechteck 50"/>
          <p:cNvSpPr/>
          <p:nvPr userDrawn="1"/>
        </p:nvSpPr>
        <p:spPr>
          <a:xfrm>
            <a:off x="20118506" y="21336000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5" name="Rechteck 54"/>
          <p:cNvSpPr/>
          <p:nvPr userDrawn="1"/>
        </p:nvSpPr>
        <p:spPr>
          <a:xfrm>
            <a:off x="20096282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6" name="Textplatzhalter 15"/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5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/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7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5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10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5"/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5"/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5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0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/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cxnSp>
        <p:nvCxnSpPr>
          <p:cNvPr id="54" name="Gerader Verbinder 53"/>
          <p:cNvCxnSpPr/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/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/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/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8"/>
            <a:ext cx="8453438" cy="7074694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/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5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/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/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5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/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5"/>
            <a:ext cx="8465344" cy="1042988"/>
          </a:xfrm>
          <a:prstGeom prst="rect">
            <a:avLst/>
          </a:prstGeom>
          <a:solidFill>
            <a:schemeClr val="bg2"/>
          </a:solidFill>
          <a:ln w="60960">
            <a:noFill/>
          </a:ln>
        </p:spPr>
        <p:txBody>
          <a:bodyPr lIns="396000" tIns="0" rIns="396000" bIns="0" anchor="ctr" anchorCtr="0">
            <a:noAutofit/>
          </a:bodyPr>
          <a:lstStyle>
            <a:lvl1pPr>
              <a:defRPr sz="4405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/>
          <p:cNvSpPr/>
          <p:nvPr userDrawn="1"/>
        </p:nvSpPr>
        <p:spPr>
          <a:xfrm>
            <a:off x="10903095" y="11309349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/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10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5"/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5"/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0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/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r>
              <a:rPr lang="de-DE"/>
              <a:t>Bild durch Klicken auf Symbol hinzufügen</a:t>
            </a:r>
            <a:endParaRPr lang="en-US"/>
          </a:p>
        </p:txBody>
      </p:sp>
      <p:cxnSp>
        <p:nvCxnSpPr>
          <p:cNvPr id="54" name="Gerader Verbinder 53"/>
          <p:cNvCxnSpPr/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/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0" y="23276470"/>
            <a:ext cx="17720467" cy="14725900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/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/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/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7" y="11344274"/>
            <a:ext cx="17684481" cy="1151387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630482" y="11235134"/>
            <a:ext cx="13093331" cy="12473383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/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/>
          <p:cNvSpPr/>
          <p:nvPr userDrawn="1"/>
        </p:nvSpPr>
        <p:spPr>
          <a:xfrm>
            <a:off x="1691735" y="24384000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0"/>
            <a:ext cx="12385376" cy="995011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10"/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5"/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5"/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1666874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/>
          <p:cNvCxnSpPr/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/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000" tIns="432000" rIns="396000" bIns="432000"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13056938" cy="11321255"/>
          </a:xfrm>
          <a:noFill/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4"/>
            <a:ext cx="13094106" cy="15739904"/>
          </a:xfrm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/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5"/>
            <a:ext cx="13032078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/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19"/>
          </a:xfrm>
          <a:noFill/>
        </p:spPr>
        <p:txBody>
          <a:bodyPr lIns="396000" tIns="396000" rIns="396000" bIns="540000"/>
          <a:lstStyle>
            <a:lvl1pPr>
              <a:defRPr sz="2505"/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/>
          <p:cNvSpPr/>
          <p:nvPr userDrawn="1"/>
        </p:nvSpPr>
        <p:spPr>
          <a:xfrm>
            <a:off x="10903095" y="11309349"/>
            <a:ext cx="8539043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/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8" name="Rechteck 47"/>
          <p:cNvSpPr/>
          <p:nvPr userDrawn="1"/>
        </p:nvSpPr>
        <p:spPr>
          <a:xfrm>
            <a:off x="20096282" y="11309350"/>
            <a:ext cx="8539043" cy="944562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1" name="Rechteck 50"/>
          <p:cNvSpPr/>
          <p:nvPr userDrawn="1"/>
        </p:nvSpPr>
        <p:spPr>
          <a:xfrm>
            <a:off x="20118506" y="21336000"/>
            <a:ext cx="8539043" cy="7929711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5" name="Rechteck 54"/>
          <p:cNvSpPr/>
          <p:nvPr userDrawn="1"/>
        </p:nvSpPr>
        <p:spPr>
          <a:xfrm>
            <a:off x="20096282" y="29864102"/>
            <a:ext cx="8539043" cy="8174006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56" name="Textplatzhalter 15"/>
          <p:cNvSpPr>
            <a:spLocks noGrp="1"/>
          </p:cNvSpPr>
          <p:nvPr>
            <p:ph type="body" sz="quarter" idx="52" hasCustomPrompt="1"/>
          </p:nvPr>
        </p:nvSpPr>
        <p:spPr>
          <a:xfrm>
            <a:off x="20132675" y="29892599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53" name="Textplatzhalter 15"/>
          <p:cNvSpPr>
            <a:spLocks noGrp="1"/>
          </p:cNvSpPr>
          <p:nvPr>
            <p:ph type="body" sz="quarter" idx="51" hasCustomPrompt="1"/>
          </p:nvPr>
        </p:nvSpPr>
        <p:spPr>
          <a:xfrm>
            <a:off x="20154899" y="21364497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7772677" cy="15605342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1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5">
                <a:solidFill>
                  <a:schemeClr val="bg1"/>
                </a:solidFill>
              </a:defRPr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5">
                <a:solidFill>
                  <a:schemeClr val="bg1"/>
                </a:solidFill>
              </a:defRPr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7" y="28628340"/>
            <a:ext cx="7772602" cy="280035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/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/>
          <p:cNvCxnSpPr/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/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1" y="29133800"/>
            <a:ext cx="8465344" cy="8868569"/>
          </a:xfrm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9" name="Textplatzhalter 2"/>
          <p:cNvSpPr>
            <a:spLocks noGrp="1"/>
          </p:cNvSpPr>
          <p:nvPr>
            <p:ph type="body" sz="quarter" idx="44" hasCustomPrompt="1"/>
          </p:nvPr>
        </p:nvSpPr>
        <p:spPr>
          <a:xfrm>
            <a:off x="20146192" y="22412374"/>
            <a:ext cx="8477777" cy="6817469"/>
          </a:xfrm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0" name="Textplatzhalter 2"/>
          <p:cNvSpPr>
            <a:spLocks noGrp="1"/>
          </p:cNvSpPr>
          <p:nvPr>
            <p:ph type="body" sz="quarter" idx="45" hasCustomPrompt="1"/>
          </p:nvPr>
        </p:nvSpPr>
        <p:spPr>
          <a:xfrm>
            <a:off x="20146191" y="12404452"/>
            <a:ext cx="8438334" cy="8310042"/>
          </a:xfrm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1" name="Textplatzhalter 2"/>
          <p:cNvSpPr>
            <a:spLocks noGrp="1"/>
          </p:cNvSpPr>
          <p:nvPr>
            <p:ph type="body" sz="quarter" idx="46" hasCustomPrompt="1"/>
          </p:nvPr>
        </p:nvSpPr>
        <p:spPr>
          <a:xfrm>
            <a:off x="20138231" y="30932438"/>
            <a:ext cx="8453438" cy="7074694"/>
          </a:xfrm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/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/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/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8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49" name="Textplatzhalter 15"/>
          <p:cNvSpPr>
            <a:spLocks noGrp="1"/>
          </p:cNvSpPr>
          <p:nvPr>
            <p:ph type="body" sz="quarter" idx="50" hasCustomPrompt="1"/>
          </p:nvPr>
        </p:nvSpPr>
        <p:spPr>
          <a:xfrm>
            <a:off x="201326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a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630482" y="11309350"/>
            <a:ext cx="8539043" cy="15423504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/>
          <p:cNvSpPr/>
          <p:nvPr userDrawn="1"/>
        </p:nvSpPr>
        <p:spPr>
          <a:xfrm>
            <a:off x="10903095" y="11309349"/>
            <a:ext cx="17720874" cy="26728759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/>
          <p:cNvSpPr/>
          <p:nvPr userDrawn="1"/>
        </p:nvSpPr>
        <p:spPr>
          <a:xfrm>
            <a:off x="1623988" y="27385853"/>
            <a:ext cx="8539043" cy="10652255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1306832" y="12999720"/>
            <a:ext cx="16954486" cy="9928860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1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5">
                <a:solidFill>
                  <a:schemeClr val="bg1"/>
                </a:solidFill>
              </a:defRPr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5">
                <a:solidFill>
                  <a:schemeClr val="bg1"/>
                </a:solidFill>
              </a:defRPr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1666875" y="11344275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11306906" y="22928580"/>
            <a:ext cx="16954412" cy="315253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sp>
        <p:nvSpPr>
          <p:cNvPr id="50" name="Textplatzhalter 49"/>
          <p:cNvSpPr>
            <a:spLocks noGrp="1"/>
          </p:cNvSpPr>
          <p:nvPr>
            <p:ph type="body" sz="quarter" idx="35" hasCustomPrompt="1"/>
          </p:nvPr>
        </p:nvSpPr>
        <p:spPr>
          <a:xfrm>
            <a:off x="2021419" y="37189566"/>
            <a:ext cx="7817522" cy="3175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Autor, etc.</a:t>
            </a:r>
            <a:endParaRPr lang="en-US" dirty="0"/>
          </a:p>
        </p:txBody>
      </p:sp>
      <p:sp>
        <p:nvSpPr>
          <p:cNvPr id="52" name="Bildplatzhalter 51"/>
          <p:cNvSpPr>
            <a:spLocks noGrp="1"/>
          </p:cNvSpPr>
          <p:nvPr>
            <p:ph type="pic" sz="quarter" idx="36"/>
          </p:nvPr>
        </p:nvSpPr>
        <p:spPr>
          <a:xfrm>
            <a:off x="2021419" y="32108776"/>
            <a:ext cx="7805976" cy="50514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54" name="Gerader Verbinder 53"/>
          <p:cNvCxnSpPr/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/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8465344" cy="14308138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sz="quarter" idx="43" hasCustomPrompt="1"/>
          </p:nvPr>
        </p:nvSpPr>
        <p:spPr>
          <a:xfrm>
            <a:off x="10937080" y="23276470"/>
            <a:ext cx="17720467" cy="14725900"/>
          </a:xfrm>
        </p:spPr>
        <p:txBody>
          <a:bodyPr lIns="396000" tIns="396000" rIns="396000" bIns="540000" numCol="2" spcCol="18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/>
          <p:cNvSpPr>
            <a:spLocks noGrp="1"/>
          </p:cNvSpPr>
          <p:nvPr>
            <p:ph type="body" sz="quarter" idx="47" hasCustomPrompt="1"/>
          </p:nvPr>
        </p:nvSpPr>
        <p:spPr>
          <a:xfrm>
            <a:off x="1660381" y="27420778"/>
            <a:ext cx="8465344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/>
          <p:cNvSpPr>
            <a:spLocks noGrp="1"/>
          </p:cNvSpPr>
          <p:nvPr>
            <p:ph type="body" sz="quarter" idx="48" hasCustomPrompt="1"/>
          </p:nvPr>
        </p:nvSpPr>
        <p:spPr>
          <a:xfrm>
            <a:off x="1660381" y="28463767"/>
            <a:ext cx="8465344" cy="3615644"/>
          </a:xfrm>
          <a:solidFill>
            <a:schemeClr val="bg1"/>
          </a:solidFill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43" name="Textplatzhalter 15"/>
          <p:cNvSpPr>
            <a:spLocks noGrp="1"/>
          </p:cNvSpPr>
          <p:nvPr>
            <p:ph type="body" sz="quarter" idx="49" hasCustomPrompt="1"/>
          </p:nvPr>
        </p:nvSpPr>
        <p:spPr>
          <a:xfrm>
            <a:off x="10939487" y="11344274"/>
            <a:ext cx="17684481" cy="1151387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Spalten symetris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 userDrawn="1"/>
        </p:nvSpPr>
        <p:spPr>
          <a:xfrm>
            <a:off x="1630482" y="11235134"/>
            <a:ext cx="13093331" cy="12473383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42" name="Rechteck 41"/>
          <p:cNvSpPr/>
          <p:nvPr userDrawn="1"/>
        </p:nvSpPr>
        <p:spPr>
          <a:xfrm>
            <a:off x="15511835" y="11309349"/>
            <a:ext cx="13112134" cy="2672875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35" name="Rechteck 34"/>
          <p:cNvSpPr/>
          <p:nvPr userDrawn="1"/>
        </p:nvSpPr>
        <p:spPr>
          <a:xfrm>
            <a:off x="1691735" y="24384000"/>
            <a:ext cx="13050106" cy="13654107"/>
          </a:xfrm>
          <a:prstGeom prst="rect">
            <a:avLst/>
          </a:prstGeom>
          <a:solidFill>
            <a:schemeClr val="bg1"/>
          </a:solidFill>
          <a:ln w="6096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Bildplatzhalter 12"/>
          <p:cNvSpPr>
            <a:spLocks noGrp="1"/>
          </p:cNvSpPr>
          <p:nvPr>
            <p:ph type="pic" sz="quarter" idx="18"/>
          </p:nvPr>
        </p:nvSpPr>
        <p:spPr>
          <a:xfrm>
            <a:off x="15875942" y="11755190"/>
            <a:ext cx="12385376" cy="9950117"/>
          </a:xfrm>
          <a:prstGeom prst="rect">
            <a:avLst/>
          </a:prstGeom>
        </p:spPr>
        <p:txBody>
          <a:bodyPr bIns="46800" anchor="t" anchorCtr="0"/>
          <a:lstStyle/>
          <a:p>
            <a:r>
              <a:rPr lang="de-DE" dirty="0"/>
              <a:t>Bild durch Klicken auf Symbol hinzufügen</a:t>
            </a:r>
            <a:endParaRPr lang="de-DE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0" hasCustomPrompt="1"/>
          </p:nvPr>
        </p:nvSpPr>
        <p:spPr>
          <a:xfrm>
            <a:off x="1657735" y="4626400"/>
            <a:ext cx="26966234" cy="3024335"/>
          </a:xfrm>
          <a:prstGeom prst="rect">
            <a:avLst/>
          </a:prstGeom>
        </p:spPr>
        <p:txBody>
          <a:bodyPr lIns="36000"/>
          <a:lstStyle>
            <a:lvl1pPr>
              <a:defRPr sz="941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Überschrift 1 läuft über gesamte Papierbreite und ist gerne auch mehrzeilig</a:t>
            </a:r>
            <a:endParaRPr lang="en-US"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21" hasCustomPrompt="1"/>
          </p:nvPr>
        </p:nvSpPr>
        <p:spPr>
          <a:xfrm>
            <a:off x="1657735" y="8227418"/>
            <a:ext cx="26966234" cy="1079500"/>
          </a:xfrm>
          <a:prstGeom prst="rect">
            <a:avLst/>
          </a:prstGeom>
        </p:spPr>
        <p:txBody>
          <a:bodyPr lIns="0"/>
          <a:lstStyle>
            <a:lvl1pPr>
              <a:defRPr sz="6705">
                <a:solidFill>
                  <a:schemeClr val="bg1"/>
                </a:solidFill>
              </a:defRPr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2 enthält z.B. den Autor</a:t>
            </a:r>
            <a:endParaRPr lang="en-US" dirty="0"/>
          </a:p>
        </p:txBody>
      </p:sp>
      <p:sp>
        <p:nvSpPr>
          <p:cNvPr id="22" name="Textplatzhalter 13"/>
          <p:cNvSpPr>
            <a:spLocks noGrp="1"/>
          </p:cNvSpPr>
          <p:nvPr>
            <p:ph type="body" sz="quarter" idx="22" hasCustomPrompt="1"/>
          </p:nvPr>
        </p:nvSpPr>
        <p:spPr>
          <a:xfrm>
            <a:off x="1676246" y="9767818"/>
            <a:ext cx="26981303" cy="691229"/>
          </a:xfrm>
          <a:prstGeom prst="rect">
            <a:avLst/>
          </a:prstGeom>
        </p:spPr>
        <p:txBody>
          <a:bodyPr lIns="0" tIns="0" rIns="0"/>
          <a:lstStyle>
            <a:lvl1pPr>
              <a:defRPr sz="4405">
                <a:solidFill>
                  <a:schemeClr val="bg1"/>
                </a:solidFill>
              </a:defRPr>
            </a:lvl1pPr>
            <a:lvl5pPr marL="8361045" indent="0">
              <a:buNone/>
              <a:defRPr/>
            </a:lvl5pPr>
          </a:lstStyle>
          <a:p>
            <a:pPr lvl="0"/>
            <a:r>
              <a:rPr lang="de-DE" dirty="0"/>
              <a:t>Überschrift 3 über gesamte Papierbreite oder gemäß Spaltenbreite</a:t>
            </a:r>
            <a:endParaRPr lang="en-US" dirty="0"/>
          </a:p>
        </p:txBody>
      </p:sp>
      <p:sp>
        <p:nvSpPr>
          <p:cNvPr id="24" name="Textplatzhalt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1666874" y="11309349"/>
            <a:ext cx="13056939" cy="1077914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6" name="Textplatzhalter 35"/>
          <p:cNvSpPr>
            <a:spLocks noGrp="1"/>
          </p:cNvSpPr>
          <p:nvPr>
            <p:ph type="body" sz="quarter" idx="29" hasCustomPrompt="1"/>
          </p:nvPr>
        </p:nvSpPr>
        <p:spPr>
          <a:xfrm>
            <a:off x="15884228" y="21705307"/>
            <a:ext cx="12377090" cy="296448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1400">
                <a:solidFill>
                  <a:schemeClr val="tx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de-DE" dirty="0"/>
              <a:t>Bildunterschrift, Autor </a:t>
            </a:r>
            <a:r>
              <a:rPr lang="de-DE" dirty="0" err="1"/>
              <a:t>etc</a:t>
            </a:r>
            <a:endParaRPr lang="en-US" dirty="0"/>
          </a:p>
        </p:txBody>
      </p:sp>
      <p:cxnSp>
        <p:nvCxnSpPr>
          <p:cNvPr id="54" name="Gerader Verbinder 53"/>
          <p:cNvCxnSpPr/>
          <p:nvPr userDrawn="1"/>
        </p:nvCxnSpPr>
        <p:spPr>
          <a:xfrm>
            <a:off x="1676247" y="38542166"/>
            <a:ext cx="26947722" cy="0"/>
          </a:xfrm>
          <a:prstGeom prst="line">
            <a:avLst/>
          </a:prstGeom>
          <a:ln w="60960" cap="rnd" cmpd="sng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platzhalter 62"/>
          <p:cNvSpPr>
            <a:spLocks noGrp="1"/>
          </p:cNvSpPr>
          <p:nvPr>
            <p:ph type="body" sz="quarter" idx="38" hasCustomPrompt="1"/>
          </p:nvPr>
        </p:nvSpPr>
        <p:spPr>
          <a:xfrm>
            <a:off x="15511835" y="39040594"/>
            <a:ext cx="13112135" cy="2108149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000" tIns="432000" rIns="396000" bIns="432000"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 dirty="0"/>
              <a:t>Zusatzinformationen (Quellen, Partner)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41" hasCustomPrompt="1"/>
          </p:nvPr>
        </p:nvSpPr>
        <p:spPr>
          <a:xfrm>
            <a:off x="1666875" y="12387263"/>
            <a:ext cx="13056938" cy="11321255"/>
          </a:xfrm>
          <a:noFill/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28" name="Textplatzhalter 2"/>
          <p:cNvSpPr>
            <a:spLocks noGrp="1"/>
          </p:cNvSpPr>
          <p:nvPr>
            <p:ph type="body" sz="quarter" idx="43" hasCustomPrompt="1"/>
          </p:nvPr>
        </p:nvSpPr>
        <p:spPr>
          <a:xfrm>
            <a:off x="15529863" y="22298204"/>
            <a:ext cx="13094106" cy="15739904"/>
          </a:xfrm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  <p:sp>
        <p:nvSpPr>
          <p:cNvPr id="37" name="Textplatzhalter 15"/>
          <p:cNvSpPr>
            <a:spLocks noGrp="1"/>
          </p:cNvSpPr>
          <p:nvPr>
            <p:ph type="body" sz="quarter" idx="47" hasCustomPrompt="1"/>
          </p:nvPr>
        </p:nvSpPr>
        <p:spPr>
          <a:xfrm>
            <a:off x="1691735" y="24366835"/>
            <a:ext cx="13032078" cy="1042988"/>
          </a:xfrm>
          <a:prstGeom prst="rect">
            <a:avLst/>
          </a:prstGeom>
          <a:ln w="60960">
            <a:noFill/>
          </a:ln>
        </p:spPr>
        <p:txBody>
          <a:bodyPr lIns="396000" tIns="504000" rIns="396000" bIns="540000">
            <a:noAutofit/>
          </a:bodyPr>
          <a:lstStyle>
            <a:lvl1pPr>
              <a:defRPr sz="4405" b="1">
                <a:solidFill>
                  <a:schemeClr val="bg2"/>
                </a:solidFill>
              </a:defRPr>
            </a:lvl1pPr>
          </a:lstStyle>
          <a:p>
            <a:pPr lvl="0"/>
            <a:r>
              <a:rPr lang="de-DE" dirty="0"/>
              <a:t>Überschrift 4</a:t>
            </a:r>
            <a:endParaRPr lang="en-US" dirty="0"/>
          </a:p>
        </p:txBody>
      </p:sp>
      <p:sp>
        <p:nvSpPr>
          <p:cNvPr id="39" name="Textplatzhalter 2"/>
          <p:cNvSpPr>
            <a:spLocks noGrp="1"/>
          </p:cNvSpPr>
          <p:nvPr>
            <p:ph type="body" sz="quarter" idx="48" hasCustomPrompt="1"/>
          </p:nvPr>
        </p:nvSpPr>
        <p:spPr>
          <a:xfrm>
            <a:off x="1691735" y="25413088"/>
            <a:ext cx="13032078" cy="12625019"/>
          </a:xfrm>
          <a:noFill/>
        </p:spPr>
        <p:txBody>
          <a:bodyPr lIns="396000" tIns="396000" rIns="396000" bIns="540000"/>
          <a:lstStyle>
            <a:lvl1pPr>
              <a:defRPr sz="2505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2.emf"/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6073" y="1656000"/>
            <a:ext cx="3144888" cy="1656000"/>
          </a:xfrm>
          <a:prstGeom prst="rect">
            <a:avLst/>
          </a:prstGeom>
        </p:spPr>
      </p:pic>
      <p:sp>
        <p:nvSpPr>
          <p:cNvPr id="17" name="Titelplatzhalter 1"/>
          <p:cNvSpPr txBox="1"/>
          <p:nvPr userDrawn="1"/>
        </p:nvSpPr>
        <p:spPr>
          <a:xfrm>
            <a:off x="1632362" y="2809531"/>
            <a:ext cx="22181234" cy="6298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4180840" rtl="0" eaLnBrk="1" fontAlgn="auto" latinLnBrk="0" hangingPunct="1">
              <a:lnSpc>
                <a:spcPts val="500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4355" b="0" i="0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Technische Universität München</a:t>
            </a:r>
            <a:endParaRPr kumimoji="0" lang="de-DE" sz="4355" b="0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3" name="Fußzeilenplatzhalter 4"/>
          <p:cNvSpPr txBox="1"/>
          <p:nvPr userDrawn="1"/>
        </p:nvSpPr>
        <p:spPr>
          <a:xfrm>
            <a:off x="1677476" y="39037560"/>
            <a:ext cx="13122735" cy="2111753"/>
          </a:xfrm>
          <a:prstGeom prst="rect">
            <a:avLst/>
          </a:prstGeom>
          <a:ln w="60960">
            <a:solidFill>
              <a:schemeClr val="bg1">
                <a:lumMod val="65000"/>
              </a:schemeClr>
            </a:solidFill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395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515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395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910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790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305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185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700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580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Technische Universität München</a:t>
            </a:r>
            <a:endParaRPr lang="de-DE" sz="1200" dirty="0"/>
          </a:p>
          <a:p>
            <a:r>
              <a:rPr lang="de-DE" sz="1200" b="0" dirty="0"/>
              <a:t>TUM School </a:t>
            </a:r>
            <a:r>
              <a:rPr lang="de-DE" sz="1200" b="0" dirty="0" err="1"/>
              <a:t>of</a:t>
            </a:r>
            <a:r>
              <a:rPr lang="de-DE" sz="1200" b="0" dirty="0"/>
              <a:t> Mustertechnik</a:t>
            </a:r>
            <a:endParaRPr lang="de-DE" sz="1200" b="0" dirty="0"/>
          </a:p>
          <a:p>
            <a:r>
              <a:rPr lang="de-DE" sz="1200" b="0" dirty="0"/>
              <a:t>Lehrstuhl für Musterverfahren</a:t>
            </a:r>
            <a:endParaRPr lang="de-DE" sz="1200" b="0" dirty="0"/>
          </a:p>
          <a:p>
            <a:endParaRPr lang="de-DE" sz="120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idx="1"/>
          </p:nvPr>
        </p:nvSpPr>
        <p:spPr>
          <a:xfrm>
            <a:off x="1632362" y="10459047"/>
            <a:ext cx="26144935" cy="2716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dt="0"/>
  <p:txStyles>
    <p:titleStyle>
      <a:lvl1pPr algn="l" defTabSz="4180840" rtl="0" eaLnBrk="1" latinLnBrk="0" hangingPunct="1">
        <a:spcBef>
          <a:spcPct val="0"/>
        </a:spcBef>
        <a:buNone/>
        <a:defRPr lang="de-DE" sz="9410" kern="1200" baseline="0" smtClean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4180840" rtl="0" eaLnBrk="1" latinLnBrk="0" hangingPunct="1">
        <a:spcBef>
          <a:spcPct val="20000"/>
        </a:spcBef>
        <a:buFont typeface="Arial" panose="020B0604020202020204" pitchFamily="34" charset="0"/>
        <a:buNone/>
        <a:defRPr sz="540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396615" indent="-1306195" algn="l" defTabSz="4180840" rtl="0" eaLnBrk="1" latinLnBrk="0" hangingPunct="1">
        <a:spcBef>
          <a:spcPct val="20000"/>
        </a:spcBef>
        <a:buFont typeface="Arial" panose="020B0604020202020204" pitchFamily="34" charset="0"/>
        <a:buChar char="–"/>
        <a:defRPr sz="540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226050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540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31583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–"/>
        <a:defRPr sz="540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40625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»"/>
        <a:defRPr sz="5405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49667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6pPr>
      <a:lvl7pPr marL="1358709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7pPr>
      <a:lvl8pPr marL="1567751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8pPr>
      <a:lvl9pPr marL="17767300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1pPr>
      <a:lvl2pPr marL="2090420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2pPr>
      <a:lvl3pPr marL="4180840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3pPr>
      <a:lvl4pPr marL="627062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4pPr>
      <a:lvl5pPr marL="836104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5pPr>
      <a:lvl6pPr marL="1045146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6pPr>
      <a:lvl7pPr marL="1254188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7pPr>
      <a:lvl8pPr marL="1463230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8pPr>
      <a:lvl9pPr marL="1672272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ild 6" descr="20150416 tum logo blau png final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512713" y="1652319"/>
            <a:ext cx="3148247" cy="1681942"/>
          </a:xfrm>
          <a:prstGeom prst="rect">
            <a:avLst/>
          </a:prstGeom>
        </p:spPr>
      </p:pic>
      <p:sp>
        <p:nvSpPr>
          <p:cNvPr id="17" name="Titelplatzhalter 1"/>
          <p:cNvSpPr txBox="1"/>
          <p:nvPr userDrawn="1"/>
        </p:nvSpPr>
        <p:spPr>
          <a:xfrm>
            <a:off x="1632362" y="2809531"/>
            <a:ext cx="22181234" cy="6298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pPr marL="0" marR="0" lvl="0" indent="0" algn="l" defTabSz="4180840" rtl="0" eaLnBrk="1" fontAlgn="auto" latinLnBrk="0" hangingPunct="1">
              <a:lnSpc>
                <a:spcPts val="5005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de-DE" sz="4355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/>
                <a:ea typeface="+mj-ea"/>
                <a:cs typeface="Arial" panose="020B0604020202020204" pitchFamily="34" charset="0"/>
              </a:rPr>
              <a:t>Technische Universität München</a:t>
            </a:r>
            <a:endParaRPr kumimoji="0" lang="de-DE" sz="4355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3" name="Fußzeilenplatzhalter 4"/>
          <p:cNvSpPr txBox="1"/>
          <p:nvPr userDrawn="1"/>
        </p:nvSpPr>
        <p:spPr>
          <a:xfrm>
            <a:off x="1677476" y="39037560"/>
            <a:ext cx="13122735" cy="2111753"/>
          </a:xfrm>
          <a:prstGeom prst="rect">
            <a:avLst/>
          </a:prstGeom>
          <a:solidFill>
            <a:schemeClr val="bg1"/>
          </a:solidFill>
          <a:ln w="60960">
            <a:noFill/>
          </a:ln>
        </p:spPr>
        <p:txBody>
          <a:bodyPr lIns="396415" tIns="432453" rIns="396415" bIns="432453"/>
          <a:lstStyle>
            <a:defPPr>
              <a:defRPr lang="de-DE"/>
            </a:defPPr>
            <a:lvl1pPr marL="0" algn="l" defTabSz="4176395" rtl="0" eaLnBrk="1" latinLnBrk="0" hangingPunct="1"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088515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176395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264910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352790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441305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529185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617700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705580" algn="l" defTabSz="4176395" rtl="0" eaLnBrk="1" latinLnBrk="0" hangingPunct="1"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1200" dirty="0"/>
              <a:t>Technische Universität München</a:t>
            </a:r>
            <a:endParaRPr lang="de-DE" sz="1200" dirty="0"/>
          </a:p>
          <a:p>
            <a:r>
              <a:rPr lang="de-DE" sz="1200" b="0" dirty="0"/>
              <a:t>TUM School </a:t>
            </a:r>
            <a:r>
              <a:rPr lang="de-DE" sz="1200" b="0" dirty="0" err="1"/>
              <a:t>of</a:t>
            </a:r>
            <a:r>
              <a:rPr lang="de-DE" sz="1200" b="0" dirty="0"/>
              <a:t> Mustertechnik</a:t>
            </a:r>
            <a:endParaRPr lang="de-DE" sz="1200" b="0" dirty="0"/>
          </a:p>
          <a:p>
            <a:r>
              <a:rPr lang="de-DE" sz="1200" b="0" dirty="0"/>
              <a:t>Lehrstuhl für Musterverfahren</a:t>
            </a:r>
            <a:endParaRPr lang="de-DE" sz="1200" b="0" dirty="0"/>
          </a:p>
          <a:p>
            <a:endParaRPr lang="de-DE" sz="1200" dirty="0"/>
          </a:p>
        </p:txBody>
      </p:sp>
      <p:sp>
        <p:nvSpPr>
          <p:cNvPr id="6" name="Textplatzhalter 5"/>
          <p:cNvSpPr>
            <a:spLocks noGrp="1"/>
          </p:cNvSpPr>
          <p:nvPr>
            <p:ph type="body" idx="1"/>
          </p:nvPr>
        </p:nvSpPr>
        <p:spPr>
          <a:xfrm>
            <a:off x="1632362" y="10459047"/>
            <a:ext cx="26144935" cy="2716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  <a:endParaRPr lang="de-DE" dirty="0"/>
          </a:p>
          <a:p>
            <a:pPr lvl="1"/>
            <a:r>
              <a:rPr lang="de-DE" dirty="0"/>
              <a:t>Zweite Ebene</a:t>
            </a:r>
            <a:endParaRPr lang="de-DE" dirty="0"/>
          </a:p>
          <a:p>
            <a:pPr lvl="2"/>
            <a:r>
              <a:rPr lang="de-DE" dirty="0"/>
              <a:t>Dritte Ebene</a:t>
            </a:r>
            <a:endParaRPr lang="de-DE" dirty="0"/>
          </a:p>
          <a:p>
            <a:pPr lvl="3"/>
            <a:r>
              <a:rPr lang="de-DE" dirty="0"/>
              <a:t>Vierte Ebene</a:t>
            </a:r>
            <a:endParaRPr lang="de-DE" dirty="0"/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</p:sldLayoutIdLst>
  <p:hf sldNum="0" hdr="0" dt="0"/>
  <p:txStyles>
    <p:titleStyle>
      <a:lvl1pPr algn="l" defTabSz="4180840" rtl="0" eaLnBrk="1" latinLnBrk="0" hangingPunct="1">
        <a:spcBef>
          <a:spcPct val="0"/>
        </a:spcBef>
        <a:buNone/>
        <a:defRPr lang="de-DE" sz="9410" kern="1200" baseline="0" smtClean="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indent="0" algn="l" defTabSz="4180840" rtl="0" eaLnBrk="1" latinLnBrk="0" hangingPunct="1">
        <a:spcBef>
          <a:spcPct val="20000"/>
        </a:spcBef>
        <a:buFont typeface="Arial" panose="020B0604020202020204" pitchFamily="34" charset="0"/>
        <a:buNone/>
        <a:defRPr sz="5405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396615" indent="-1306195" algn="l" defTabSz="4180840" rtl="0" eaLnBrk="1" latinLnBrk="0" hangingPunct="1">
        <a:spcBef>
          <a:spcPct val="20000"/>
        </a:spcBef>
        <a:buFont typeface="Arial" panose="020B0604020202020204" pitchFamily="34" charset="0"/>
        <a:buChar char="–"/>
        <a:defRPr sz="5405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226050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5405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731583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–"/>
        <a:defRPr sz="5405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940625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»"/>
        <a:defRPr sz="5405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149667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6pPr>
      <a:lvl7pPr marL="1358709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7pPr>
      <a:lvl8pPr marL="15677515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8pPr>
      <a:lvl9pPr marL="17767300" indent="-1045210" algn="l" defTabSz="4180840" rtl="0" eaLnBrk="1" latinLnBrk="0" hangingPunct="1">
        <a:spcBef>
          <a:spcPct val="20000"/>
        </a:spcBef>
        <a:buFont typeface="Arial" panose="020B0604020202020204" pitchFamily="34" charset="0"/>
        <a:buChar char="•"/>
        <a:defRPr sz="91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1pPr>
      <a:lvl2pPr marL="2090420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2pPr>
      <a:lvl3pPr marL="4180840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3pPr>
      <a:lvl4pPr marL="627062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4pPr>
      <a:lvl5pPr marL="836104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5pPr>
      <a:lvl6pPr marL="1045146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6pPr>
      <a:lvl7pPr marL="1254188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7pPr>
      <a:lvl8pPr marL="1463230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8pPr>
      <a:lvl9pPr marL="16722725" algn="l" defTabSz="4180840" rtl="0" eaLnBrk="1" latinLnBrk="0" hangingPunct="1">
        <a:defRPr sz="821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51"/>
          </p:nvPr>
        </p:nvSpPr>
        <p:spPr/>
        <p:txBody>
          <a:bodyPr>
            <a:normAutofit fontScale="92500" lnSpcReduction="20000"/>
          </a:bodyPr>
          <a:lstStyle/>
          <a:p>
            <a:endParaRPr lang="de-DE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" name="Textplatzhalter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12" name="Textplatzhalter 11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52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5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Bildplatzhalter 3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5" name="Textplatzhalter 4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Bildplatzhalter 10"/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12" name="Textplatzhalter 11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6" name="Textplatzhalter 15"/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7" name="Textplatzhalter 16"/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50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Bildplatzhalter 21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23" name="Textplatzhalter 22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7" name="Textplatzhalter 26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8" name="Textplatzhalter 27"/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9" name="Bildplatzhalter 28"/>
          <p:cNvSpPr>
            <a:spLocks noGrp="1"/>
          </p:cNvSpPr>
          <p:nvPr>
            <p:ph type="pic" sz="quarter" idx="36"/>
          </p:nvPr>
        </p:nvSpPr>
        <p:spPr/>
      </p:sp>
      <p:sp>
        <p:nvSpPr>
          <p:cNvPr id="30" name="Textplatzhalter 29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1" name="Textplatzhalter 30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2" name="Textplatzhalter 31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3" name="Textplatzhalter 32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4" name="Textplatzhalter 33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5" name="Textplatzhalter 34"/>
          <p:cNvSpPr>
            <a:spLocks noGrp="1"/>
          </p:cNvSpPr>
          <p:nvPr>
            <p:ph type="body" sz="quarter" idx="49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/>
          <p:cNvSpPr>
            <a:spLocks noGrp="1"/>
          </p:cNvSpPr>
          <p:nvPr>
            <p:ph type="pic" sz="quarter" idx="18"/>
          </p:nvPr>
        </p:nvSpPr>
        <p:spPr/>
      </p:sp>
      <p:sp>
        <p:nvSpPr>
          <p:cNvPr id="17" name="Textplatzhalter 16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8" name="Textplatzhalter 17"/>
          <p:cNvSpPr>
            <a:spLocks noGrp="1"/>
          </p:cNvSpPr>
          <p:nvPr>
            <p:ph type="body" sz="quarter" idx="21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19" name="Textplatzhalter 18"/>
          <p:cNvSpPr>
            <a:spLocks noGrp="1"/>
          </p:cNvSpPr>
          <p:nvPr>
            <p:ph type="body" sz="quarter" idx="22"/>
          </p:nvPr>
        </p:nvSpPr>
        <p:spPr/>
        <p:txBody>
          <a:bodyPr>
            <a:normAutofit lnSpcReduction="10000"/>
          </a:bodyPr>
          <a:lstStyle/>
          <a:p>
            <a:endParaRPr lang="de-DE"/>
          </a:p>
        </p:txBody>
      </p:sp>
      <p:sp>
        <p:nvSpPr>
          <p:cNvPr id="20" name="Textplatzhalter 19"/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/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2" name="Textplatzhalter 21"/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" name="Textplatzhalter 24"/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6" name="Textplatzhalter 25"/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eiß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auer Hintergrund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2111_Wissenschaftliches_Plakat_DIN-A0_Hoch_Strukturiert</Template>
  <TotalTime>0</TotalTime>
  <Words>0</Words>
  <Application>WPS 演示</Application>
  <PresentationFormat>Benutzerdefiniert</PresentationFormat>
  <Paragraphs>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weißer Hintergrund</vt:lpstr>
      <vt:lpstr>blauer Hintergrund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Dominik Proschmann</dc:creator>
  <dc:description>Rechteinhaber: Technische Universität München, https://www.tum.de
Gestaltung: ediundsepp Gestaltungsgesellschaft, München, http://www.ediundsepp.de
Technische Umsetzung: eWorks GmbH, Frankfurt am Main, http://www.eworks.de</dc:description>
  <cp:lastModifiedBy>彭雪莹</cp:lastModifiedBy>
  <cp:revision>2</cp:revision>
  <dcterms:created xsi:type="dcterms:W3CDTF">2026-06-16T06:18:00Z</dcterms:created>
  <dcterms:modified xsi:type="dcterms:W3CDTF">2026-07-10T09:19:44Z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99CF54B21A5D493F81CC58842475D403_13</vt:lpwstr>
  </property>
  <property fmtid="{D5CDD505-2E9C-101B-9397-08002B2CF9AE}" pid="3" name="KSOProductBuildVer">
    <vt:lpwstr>2052-12.1.0.24034</vt:lpwstr>
  </property>
</Properties>
</file>